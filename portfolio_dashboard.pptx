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SITHAI</c:v>
                </c:pt>
              </c:strCache>
            </c:strRef>
          </c:tx>
          <c:spPr>
            <a:solidFill>
              <a:srgbClr val="3498DB"/>
            </a:solidFill>
            <a:ln w="25400" cap="flat">
              <a:solidFill>
                <a:srgbClr val="3498D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498DB"/>
              </a:solidFill>
              <a:ln w="9525" cap="flat">
                <a:solidFill>
                  <a:srgbClr val="3498D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Sheet1!$A$2:$A$51</c:f>
              <c:multiLvlStrCache>
                <c:ptCount val="50"/>
                <c:lvl>
                  <c:pt idx="0">
                    <c:v>May '25</c:v>
                  </c:pt>
                  <c:pt idx="1">
                    <c:v>May '25</c:v>
                  </c:pt>
                  <c:pt idx="2">
                    <c:v>Jun '25</c:v>
                  </c:pt>
                  <c:pt idx="3">
                    <c:v>Jun '25</c:v>
                  </c:pt>
                  <c:pt idx="4">
                    <c:v>Jun '25</c:v>
                  </c:pt>
                  <c:pt idx="5">
                    <c:v>Jun '25</c:v>
                  </c:pt>
                  <c:pt idx="6">
                    <c:v>Jul '25</c:v>
                  </c:pt>
                  <c:pt idx="7">
                    <c:v>Jul '25</c:v>
                  </c:pt>
                  <c:pt idx="8">
                    <c:v>Jul '25</c:v>
                  </c:pt>
                  <c:pt idx="9">
                    <c:v>Jul '25</c:v>
                  </c:pt>
                  <c:pt idx="10">
                    <c:v>Aug '25</c:v>
                  </c:pt>
                  <c:pt idx="11">
                    <c:v>Aug '25</c:v>
                  </c:pt>
                  <c:pt idx="12">
                    <c:v>Aug '25</c:v>
                  </c:pt>
                  <c:pt idx="13">
                    <c:v>Aug '25</c:v>
                  </c:pt>
                  <c:pt idx="14">
                    <c:v>Sep '25</c:v>
                  </c:pt>
                  <c:pt idx="15">
                    <c:v>Sep '25</c:v>
                  </c:pt>
                  <c:pt idx="16">
                    <c:v>Sep '25</c:v>
                  </c:pt>
                  <c:pt idx="17">
                    <c:v>Sep '25</c:v>
                  </c:pt>
                  <c:pt idx="18">
                    <c:v>Oct '25</c:v>
                  </c:pt>
                  <c:pt idx="19">
                    <c:v>Oct '25</c:v>
                  </c:pt>
                  <c:pt idx="20">
                    <c:v>Oct '25</c:v>
                  </c:pt>
                  <c:pt idx="21">
                    <c:v>Oct '25</c:v>
                  </c:pt>
                  <c:pt idx="22">
                    <c:v>Nov '25</c:v>
                  </c:pt>
                  <c:pt idx="23">
                    <c:v>Nov '25</c:v>
                  </c:pt>
                  <c:pt idx="24">
                    <c:v>Nov '25</c:v>
                  </c:pt>
                  <c:pt idx="25">
                    <c:v>Nov '25</c:v>
                  </c:pt>
                  <c:pt idx="26">
                    <c:v>Dec '25</c:v>
                  </c:pt>
                  <c:pt idx="27">
                    <c:v>Dec '25</c:v>
                  </c:pt>
                  <c:pt idx="28">
                    <c:v>Dec '25</c:v>
                  </c:pt>
                  <c:pt idx="29">
                    <c:v>Dec '25</c:v>
                  </c:pt>
                  <c:pt idx="30">
                    <c:v>Jan '26</c:v>
                  </c:pt>
                  <c:pt idx="31">
                    <c:v>Jan '26</c:v>
                  </c:pt>
                  <c:pt idx="32">
                    <c:v>Jan '26</c:v>
                  </c:pt>
                  <c:pt idx="33">
                    <c:v>Jan '26</c:v>
                  </c:pt>
                  <c:pt idx="34">
                    <c:v>Feb '26</c:v>
                  </c:pt>
                  <c:pt idx="35">
                    <c:v>Feb '26</c:v>
                  </c:pt>
                  <c:pt idx="36">
                    <c:v>Feb '26</c:v>
                  </c:pt>
                  <c:pt idx="37">
                    <c:v>Feb '26</c:v>
                  </c:pt>
                  <c:pt idx="38">
                    <c:v>Mar '26</c:v>
                  </c:pt>
                  <c:pt idx="39">
                    <c:v>Mar '26</c:v>
                  </c:pt>
                  <c:pt idx="40">
                    <c:v>Mar '26</c:v>
                  </c:pt>
                  <c:pt idx="41">
                    <c:v>Mar '26</c:v>
                  </c:pt>
                  <c:pt idx="42">
                    <c:v>Apr '26</c:v>
                  </c:pt>
                  <c:pt idx="43">
                    <c:v>Apr '26</c:v>
                  </c:pt>
                  <c:pt idx="44">
                    <c:v>Apr '26</c:v>
                  </c:pt>
                  <c:pt idx="45">
                    <c:v>Apr '26</c:v>
                  </c:pt>
                  <c:pt idx="46">
                    <c:v>May '26</c:v>
                  </c:pt>
                  <c:pt idx="47">
                    <c:v>May '26</c:v>
                  </c:pt>
                  <c:pt idx="48">
                    <c:v>May '26</c:v>
                  </c:pt>
                  <c:pt idx="49">
                    <c:v>May '26</c:v>
                  </c:pt>
                </c:lvl>
              </c:multiLvlStrCache>
            </c:multiLvl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0</c:v>
                </c:pt>
                <c:pt idx="1">
                  <c:v>-1.8518610500991368</c:v>
                </c:pt>
                <c:pt idx="2">
                  <c:v>0</c:v>
                </c:pt>
                <c:pt idx="3">
                  <c:v>-0.9259250061011975</c:v>
                </c:pt>
                <c:pt idx="4">
                  <c:v>-0.9259250061011975</c:v>
                </c:pt>
                <c:pt idx="5">
                  <c:v>-1.8518610500991368</c:v>
                </c:pt>
                <c:pt idx="6">
                  <c:v>-0.9259250061011975</c:v>
                </c:pt>
                <c:pt idx="7">
                  <c:v>0</c:v>
                </c:pt>
                <c:pt idx="8">
                  <c:v>3.70370002440479</c:v>
                </c:pt>
                <c:pt idx="9">
                  <c:v>1.851850012202395</c:v>
                </c:pt>
                <c:pt idx="10">
                  <c:v>0</c:v>
                </c:pt>
                <c:pt idx="11">
                  <c:v>2.7777750183035925</c:v>
                </c:pt>
                <c:pt idx="12">
                  <c:v>1.851850012202395</c:v>
                </c:pt>
                <c:pt idx="13">
                  <c:v>-2.7777860562003345</c:v>
                </c:pt>
                <c:pt idx="14">
                  <c:v>-1.8518610500991368</c:v>
                </c:pt>
                <c:pt idx="15">
                  <c:v>-0.9259250061011975</c:v>
                </c:pt>
                <c:pt idx="16">
                  <c:v>-1.8518610500991368</c:v>
                </c:pt>
                <c:pt idx="17">
                  <c:v>0</c:v>
                </c:pt>
                <c:pt idx="18">
                  <c:v>0.9259250061011975</c:v>
                </c:pt>
                <c:pt idx="19">
                  <c:v>-2.7777860562003345</c:v>
                </c:pt>
                <c:pt idx="20">
                  <c:v>-3.7037110623015317</c:v>
                </c:pt>
                <c:pt idx="21">
                  <c:v>-3.7037110623015317</c:v>
                </c:pt>
                <c:pt idx="22">
                  <c:v>-2.7777860562003345</c:v>
                </c:pt>
                <c:pt idx="23">
                  <c:v>-2.7777860562003345</c:v>
                </c:pt>
                <c:pt idx="24">
                  <c:v>-2.7777860562003345</c:v>
                </c:pt>
                <c:pt idx="25">
                  <c:v>-2.7777860562003345</c:v>
                </c:pt>
                <c:pt idx="26">
                  <c:v>-1.8518610500991368</c:v>
                </c:pt>
                <c:pt idx="27">
                  <c:v>-2.7777860562003345</c:v>
                </c:pt>
                <c:pt idx="28">
                  <c:v>-1.8518610500991368</c:v>
                </c:pt>
                <c:pt idx="29">
                  <c:v>-0.9259250061011975</c:v>
                </c:pt>
                <c:pt idx="30">
                  <c:v>-1.8518610500991368</c:v>
                </c:pt>
                <c:pt idx="31">
                  <c:v>-2.7777860562003345</c:v>
                </c:pt>
                <c:pt idx="32">
                  <c:v>-2.7777860562003345</c:v>
                </c:pt>
                <c:pt idx="33">
                  <c:v>-2.7777860562003345</c:v>
                </c:pt>
                <c:pt idx="34">
                  <c:v>-2.7777860562003345</c:v>
                </c:pt>
                <c:pt idx="35">
                  <c:v>-3.7037110623015317</c:v>
                </c:pt>
                <c:pt idx="36">
                  <c:v>-2.7777860562003345</c:v>
                </c:pt>
                <c:pt idx="37">
                  <c:v>-3.7037110623015317</c:v>
                </c:pt>
                <c:pt idx="38">
                  <c:v>-8.333336092807519</c:v>
                </c:pt>
                <c:pt idx="39">
                  <c:v>-6.481486080605124</c:v>
                </c:pt>
                <c:pt idx="40">
                  <c:v>-3.7037110623015317</c:v>
                </c:pt>
                <c:pt idx="41">
                  <c:v>-6.481486080605124</c:v>
                </c:pt>
                <c:pt idx="42">
                  <c:v>-7.407411086706321</c:v>
                </c:pt>
                <c:pt idx="43">
                  <c:v>-9.259261098908716</c:v>
                </c:pt>
                <c:pt idx="44">
                  <c:v>-6.481486080605124</c:v>
                </c:pt>
                <c:pt idx="45">
                  <c:v>-5.5555610745039266</c:v>
                </c:pt>
                <c:pt idx="46">
                  <c:v>-8.333336092807519</c:v>
                </c:pt>
                <c:pt idx="47">
                  <c:v>-7.407411086706321</c:v>
                </c:pt>
                <c:pt idx="48">
                  <c:v>-6.481486080605124</c:v>
                </c:pt>
                <c:pt idx="49">
                  <c:v>-2.7777860562003345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LH</c:v>
                </c:pt>
              </c:strCache>
            </c:strRef>
          </c:tx>
          <c:spPr>
            <a:solidFill>
              <a:srgbClr val="E74C3C"/>
            </a:solidFill>
            <a:ln w="25400" cap="flat">
              <a:solidFill>
                <a:srgbClr val="E74C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Sheet1!$A$2:$A$51</c:f>
              <c:multiLvlStrCache>
                <c:ptCount val="50"/>
                <c:lvl>
                  <c:pt idx="0">
                    <c:v>May '25</c:v>
                  </c:pt>
                  <c:pt idx="1">
                    <c:v>May '25</c:v>
                  </c:pt>
                  <c:pt idx="2">
                    <c:v>Jun '25</c:v>
                  </c:pt>
                  <c:pt idx="3">
                    <c:v>Jun '25</c:v>
                  </c:pt>
                  <c:pt idx="4">
                    <c:v>Jun '25</c:v>
                  </c:pt>
                  <c:pt idx="5">
                    <c:v>Jun '25</c:v>
                  </c:pt>
                  <c:pt idx="6">
                    <c:v>Jul '25</c:v>
                  </c:pt>
                  <c:pt idx="7">
                    <c:v>Jul '25</c:v>
                  </c:pt>
                  <c:pt idx="8">
                    <c:v>Jul '25</c:v>
                  </c:pt>
                  <c:pt idx="9">
                    <c:v>Jul '25</c:v>
                  </c:pt>
                  <c:pt idx="10">
                    <c:v>Aug '25</c:v>
                  </c:pt>
                  <c:pt idx="11">
                    <c:v>Aug '25</c:v>
                  </c:pt>
                  <c:pt idx="12">
                    <c:v>Aug '25</c:v>
                  </c:pt>
                  <c:pt idx="13">
                    <c:v>Aug '25</c:v>
                  </c:pt>
                  <c:pt idx="14">
                    <c:v>Sep '25</c:v>
                  </c:pt>
                  <c:pt idx="15">
                    <c:v>Sep '25</c:v>
                  </c:pt>
                  <c:pt idx="16">
                    <c:v>Sep '25</c:v>
                  </c:pt>
                  <c:pt idx="17">
                    <c:v>Sep '25</c:v>
                  </c:pt>
                  <c:pt idx="18">
                    <c:v>Oct '25</c:v>
                  </c:pt>
                  <c:pt idx="19">
                    <c:v>Oct '25</c:v>
                  </c:pt>
                  <c:pt idx="20">
                    <c:v>Oct '25</c:v>
                  </c:pt>
                  <c:pt idx="21">
                    <c:v>Oct '25</c:v>
                  </c:pt>
                  <c:pt idx="22">
                    <c:v>Nov '25</c:v>
                  </c:pt>
                  <c:pt idx="23">
                    <c:v>Nov '25</c:v>
                  </c:pt>
                  <c:pt idx="24">
                    <c:v>Nov '25</c:v>
                  </c:pt>
                  <c:pt idx="25">
                    <c:v>Nov '25</c:v>
                  </c:pt>
                  <c:pt idx="26">
                    <c:v>Dec '25</c:v>
                  </c:pt>
                  <c:pt idx="27">
                    <c:v>Dec '25</c:v>
                  </c:pt>
                  <c:pt idx="28">
                    <c:v>Dec '25</c:v>
                  </c:pt>
                  <c:pt idx="29">
                    <c:v>Dec '25</c:v>
                  </c:pt>
                  <c:pt idx="30">
                    <c:v>Jan '26</c:v>
                  </c:pt>
                  <c:pt idx="31">
                    <c:v>Jan '26</c:v>
                  </c:pt>
                  <c:pt idx="32">
                    <c:v>Jan '26</c:v>
                  </c:pt>
                  <c:pt idx="33">
                    <c:v>Jan '26</c:v>
                  </c:pt>
                  <c:pt idx="34">
                    <c:v>Feb '26</c:v>
                  </c:pt>
                  <c:pt idx="35">
                    <c:v>Feb '26</c:v>
                  </c:pt>
                  <c:pt idx="36">
                    <c:v>Feb '26</c:v>
                  </c:pt>
                  <c:pt idx="37">
                    <c:v>Feb '26</c:v>
                  </c:pt>
                  <c:pt idx="38">
                    <c:v>Mar '26</c:v>
                  </c:pt>
                  <c:pt idx="39">
                    <c:v>Mar '26</c:v>
                  </c:pt>
                  <c:pt idx="40">
                    <c:v>Mar '26</c:v>
                  </c:pt>
                  <c:pt idx="41">
                    <c:v>Mar '26</c:v>
                  </c:pt>
                  <c:pt idx="42">
                    <c:v>Apr '26</c:v>
                  </c:pt>
                  <c:pt idx="43">
                    <c:v>Apr '26</c:v>
                  </c:pt>
                  <c:pt idx="44">
                    <c:v>Apr '26</c:v>
                  </c:pt>
                  <c:pt idx="45">
                    <c:v>Apr '26</c:v>
                  </c:pt>
                  <c:pt idx="46">
                    <c:v>May '26</c:v>
                  </c:pt>
                  <c:pt idx="47">
                    <c:v>May '26</c:v>
                  </c:pt>
                  <c:pt idx="48">
                    <c:v>May '26</c:v>
                  </c:pt>
                  <c:pt idx="49">
                    <c:v>May '26</c:v>
                  </c:pt>
                </c:lvl>
              </c:multiLvlStrCache>
            </c:multiLvlStrRef>
          </c:cat>
          <c:val>
            <c:numRef>
              <c:f>Sheet1!$C$2:$C$51</c:f>
              <c:numCache>
                <c:formatCode>General</c:formatCode>
                <c:ptCount val="50"/>
                <c:pt idx="0">
                  <c:v>0</c:v>
                </c:pt>
                <c:pt idx="1">
                  <c:v>1.0256400224333537</c:v>
                </c:pt>
                <c:pt idx="2">
                  <c:v>-0.5128200112166769</c:v>
                </c:pt>
                <c:pt idx="3">
                  <c:v>-11.79487248457707</c:v>
                </c:pt>
                <c:pt idx="4">
                  <c:v>-15.897438687607234</c:v>
                </c:pt>
                <c:pt idx="5">
                  <c:v>-12.307692495793745</c:v>
                </c:pt>
                <c:pt idx="6">
                  <c:v>-9.230772428493685</c:v>
                </c:pt>
                <c:pt idx="7">
                  <c:v>-2.051286158163458</c:v>
                </c:pt>
                <c:pt idx="8">
                  <c:v>-1.0256461357301043</c:v>
                </c:pt>
                <c:pt idx="9">
                  <c:v>-0.5128200112166769</c:v>
                </c:pt>
                <c:pt idx="10">
                  <c:v>3.589740078516738</c:v>
                </c:pt>
                <c:pt idx="11">
                  <c:v>3.0769200673000614</c:v>
                </c:pt>
                <c:pt idx="12">
                  <c:v>1.0256400224333537</c:v>
                </c:pt>
                <c:pt idx="13">
                  <c:v>0</c:v>
                </c:pt>
                <c:pt idx="14">
                  <c:v>5.641020123383446</c:v>
                </c:pt>
                <c:pt idx="15">
                  <c:v>9.743592439710362</c:v>
                </c:pt>
                <c:pt idx="16">
                  <c:v>13.3333325182271</c:v>
                </c:pt>
                <c:pt idx="17">
                  <c:v>9.230772428493685</c:v>
                </c:pt>
                <c:pt idx="18">
                  <c:v>10.256412450927039</c:v>
                </c:pt>
                <c:pt idx="19">
                  <c:v>9.743592439710362</c:v>
                </c:pt>
                <c:pt idx="20">
                  <c:v>0</c:v>
                </c:pt>
                <c:pt idx="21">
                  <c:v>-0.5128200112166769</c:v>
                </c:pt>
                <c:pt idx="22">
                  <c:v>-3.0769261805968116</c:v>
                </c:pt>
                <c:pt idx="23">
                  <c:v>-2.051286158163458</c:v>
                </c:pt>
                <c:pt idx="24">
                  <c:v>-7.179492383626977</c:v>
                </c:pt>
                <c:pt idx="25">
                  <c:v>-8.717952417277008</c:v>
                </c:pt>
                <c:pt idx="26">
                  <c:v>-11.79487248457707</c:v>
                </c:pt>
                <c:pt idx="27">
                  <c:v>-10.769232462143716</c:v>
                </c:pt>
                <c:pt idx="28">
                  <c:v>-1.538466146946781</c:v>
                </c:pt>
                <c:pt idx="29">
                  <c:v>-3.0769261805968116</c:v>
                </c:pt>
                <c:pt idx="30">
                  <c:v>-0.5128200112166769</c:v>
                </c:pt>
                <c:pt idx="31">
                  <c:v>-4.6153862142468425</c:v>
                </c:pt>
                <c:pt idx="32">
                  <c:v>1.0256400224333537</c:v>
                </c:pt>
                <c:pt idx="33">
                  <c:v>1.5384600336500307</c:v>
                </c:pt>
                <c:pt idx="34">
                  <c:v>1.5384600336500307</c:v>
                </c:pt>
                <c:pt idx="35">
                  <c:v>6.153840134600123</c:v>
                </c:pt>
                <c:pt idx="36">
                  <c:v>11.282052473360391</c:v>
                </c:pt>
                <c:pt idx="37">
                  <c:v>11.282052473360391</c:v>
                </c:pt>
                <c:pt idx="38">
                  <c:v>-4.1025662030301655</c:v>
                </c:pt>
                <c:pt idx="39">
                  <c:v>-3.5897461918134885</c:v>
                </c:pt>
                <c:pt idx="40">
                  <c:v>-5.1282062254635195</c:v>
                </c:pt>
                <c:pt idx="41">
                  <c:v>-5.1282062254635195</c:v>
                </c:pt>
                <c:pt idx="42">
                  <c:v>-2.051286158163458</c:v>
                </c:pt>
                <c:pt idx="43">
                  <c:v>-3.0769261805968116</c:v>
                </c:pt>
                <c:pt idx="44">
                  <c:v>-1.538466146946781</c:v>
                </c:pt>
                <c:pt idx="45">
                  <c:v>-3.5897461918134885</c:v>
                </c:pt>
                <c:pt idx="46">
                  <c:v>-6.66666625911355</c:v>
                </c:pt>
                <c:pt idx="47">
                  <c:v>-8.205132406060331</c:v>
                </c:pt>
                <c:pt idx="48">
                  <c:v>-7.692312394843655</c:v>
                </c:pt>
                <c:pt idx="49">
                  <c:v>-6.66666625911355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LHK</c:v>
                </c:pt>
              </c:strCache>
            </c:strRef>
          </c:tx>
          <c:spPr>
            <a:solidFill>
              <a:srgbClr val="2ECC71"/>
            </a:solidFill>
            <a:ln w="25400" cap="flat">
              <a:solidFill>
                <a:srgbClr val="2ECC7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CC71"/>
              </a:solidFill>
              <a:ln w="9525" cap="flat">
                <a:solidFill>
                  <a:srgbClr val="2ECC7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Sheet1!$A$2:$A$51</c:f>
              <c:multiLvlStrCache>
                <c:ptCount val="50"/>
                <c:lvl>
                  <c:pt idx="0">
                    <c:v>May '25</c:v>
                  </c:pt>
                  <c:pt idx="1">
                    <c:v>May '25</c:v>
                  </c:pt>
                  <c:pt idx="2">
                    <c:v>Jun '25</c:v>
                  </c:pt>
                  <c:pt idx="3">
                    <c:v>Jun '25</c:v>
                  </c:pt>
                  <c:pt idx="4">
                    <c:v>Jun '25</c:v>
                  </c:pt>
                  <c:pt idx="5">
                    <c:v>Jun '25</c:v>
                  </c:pt>
                  <c:pt idx="6">
                    <c:v>Jul '25</c:v>
                  </c:pt>
                  <c:pt idx="7">
                    <c:v>Jul '25</c:v>
                  </c:pt>
                  <c:pt idx="8">
                    <c:v>Jul '25</c:v>
                  </c:pt>
                  <c:pt idx="9">
                    <c:v>Jul '25</c:v>
                  </c:pt>
                  <c:pt idx="10">
                    <c:v>Aug '25</c:v>
                  </c:pt>
                  <c:pt idx="11">
                    <c:v>Aug '25</c:v>
                  </c:pt>
                  <c:pt idx="12">
                    <c:v>Aug '25</c:v>
                  </c:pt>
                  <c:pt idx="13">
                    <c:v>Aug '25</c:v>
                  </c:pt>
                  <c:pt idx="14">
                    <c:v>Sep '25</c:v>
                  </c:pt>
                  <c:pt idx="15">
                    <c:v>Sep '25</c:v>
                  </c:pt>
                  <c:pt idx="16">
                    <c:v>Sep '25</c:v>
                  </c:pt>
                  <c:pt idx="17">
                    <c:v>Sep '25</c:v>
                  </c:pt>
                  <c:pt idx="18">
                    <c:v>Oct '25</c:v>
                  </c:pt>
                  <c:pt idx="19">
                    <c:v>Oct '25</c:v>
                  </c:pt>
                  <c:pt idx="20">
                    <c:v>Oct '25</c:v>
                  </c:pt>
                  <c:pt idx="21">
                    <c:v>Oct '25</c:v>
                  </c:pt>
                  <c:pt idx="22">
                    <c:v>Nov '25</c:v>
                  </c:pt>
                  <c:pt idx="23">
                    <c:v>Nov '25</c:v>
                  </c:pt>
                  <c:pt idx="24">
                    <c:v>Nov '25</c:v>
                  </c:pt>
                  <c:pt idx="25">
                    <c:v>Nov '25</c:v>
                  </c:pt>
                  <c:pt idx="26">
                    <c:v>Dec '25</c:v>
                  </c:pt>
                  <c:pt idx="27">
                    <c:v>Dec '25</c:v>
                  </c:pt>
                  <c:pt idx="28">
                    <c:v>Dec '25</c:v>
                  </c:pt>
                  <c:pt idx="29">
                    <c:v>Dec '25</c:v>
                  </c:pt>
                  <c:pt idx="30">
                    <c:v>Jan '26</c:v>
                  </c:pt>
                  <c:pt idx="31">
                    <c:v>Jan '26</c:v>
                  </c:pt>
                  <c:pt idx="32">
                    <c:v>Jan '26</c:v>
                  </c:pt>
                  <c:pt idx="33">
                    <c:v>Jan '26</c:v>
                  </c:pt>
                  <c:pt idx="34">
                    <c:v>Feb '26</c:v>
                  </c:pt>
                  <c:pt idx="35">
                    <c:v>Feb '26</c:v>
                  </c:pt>
                  <c:pt idx="36">
                    <c:v>Feb '26</c:v>
                  </c:pt>
                  <c:pt idx="37">
                    <c:v>Feb '26</c:v>
                  </c:pt>
                  <c:pt idx="38">
                    <c:v>Mar '26</c:v>
                  </c:pt>
                  <c:pt idx="39">
                    <c:v>Mar '26</c:v>
                  </c:pt>
                  <c:pt idx="40">
                    <c:v>Mar '26</c:v>
                  </c:pt>
                  <c:pt idx="41">
                    <c:v>Mar '26</c:v>
                  </c:pt>
                  <c:pt idx="42">
                    <c:v>Apr '26</c:v>
                  </c:pt>
                  <c:pt idx="43">
                    <c:v>Apr '26</c:v>
                  </c:pt>
                  <c:pt idx="44">
                    <c:v>Apr '26</c:v>
                  </c:pt>
                  <c:pt idx="45">
                    <c:v>Apr '26</c:v>
                  </c:pt>
                  <c:pt idx="46">
                    <c:v>May '26</c:v>
                  </c:pt>
                  <c:pt idx="47">
                    <c:v>May '26</c:v>
                  </c:pt>
                  <c:pt idx="48">
                    <c:v>May '26</c:v>
                  </c:pt>
                  <c:pt idx="49">
                    <c:v>May '26</c:v>
                  </c:pt>
                </c:lvl>
              </c:multiLvlStrCache>
            </c:multiLvlStrRef>
          </c:cat>
          <c:val>
            <c:numRef>
              <c:f>Sheet1!$D$2:$D$51</c:f>
              <c:numCache>
                <c:formatCode>General</c:formatCode>
                <c:ptCount val="50"/>
                <c:pt idx="0">
                  <c:v>0</c:v>
                </c:pt>
                <c:pt idx="1">
                  <c:v>0.5747120924395414</c:v>
                </c:pt>
                <c:pt idx="2">
                  <c:v>5.17241568306443</c:v>
                </c:pt>
                <c:pt idx="3">
                  <c:v>-2.2988483697581654</c:v>
                </c:pt>
                <c:pt idx="4">
                  <c:v>-5.17241568306443</c:v>
                </c:pt>
                <c:pt idx="5">
                  <c:v>-2.2988483697581654</c:v>
                </c:pt>
                <c:pt idx="6">
                  <c:v>-3.4482794057458057</c:v>
                </c:pt>
                <c:pt idx="7">
                  <c:v>-2.8735604621977067</c:v>
                </c:pt>
                <c:pt idx="8">
                  <c:v>0.5747120924395414</c:v>
                </c:pt>
                <c:pt idx="9">
                  <c:v>1.724136277318624</c:v>
                </c:pt>
                <c:pt idx="10">
                  <c:v>2.8735604621977067</c:v>
                </c:pt>
                <c:pt idx="11">
                  <c:v>1.724136277318624</c:v>
                </c:pt>
                <c:pt idx="12">
                  <c:v>1.724136277318624</c:v>
                </c:pt>
                <c:pt idx="13">
                  <c:v>1.724136277318624</c:v>
                </c:pt>
                <c:pt idx="14">
                  <c:v>2.2988483697581654</c:v>
                </c:pt>
                <c:pt idx="15">
                  <c:v>2.8735604621977067</c:v>
                </c:pt>
                <c:pt idx="16">
                  <c:v>2.8735604621977067</c:v>
                </c:pt>
                <c:pt idx="17">
                  <c:v>2.2988483697581654</c:v>
                </c:pt>
                <c:pt idx="18">
                  <c:v>1.724136277318624</c:v>
                </c:pt>
                <c:pt idx="19">
                  <c:v>0</c:v>
                </c:pt>
                <c:pt idx="20">
                  <c:v>0</c:v>
                </c:pt>
                <c:pt idx="21">
                  <c:v>-0.5747120924395414</c:v>
                </c:pt>
                <c:pt idx="22">
                  <c:v>0.5747120924395414</c:v>
                </c:pt>
                <c:pt idx="23">
                  <c:v>-0.5747120924395414</c:v>
                </c:pt>
                <c:pt idx="24">
                  <c:v>0.5747120924395414</c:v>
                </c:pt>
                <c:pt idx="25">
                  <c:v>-4.597703590624888</c:v>
                </c:pt>
                <c:pt idx="26">
                  <c:v>-2.8735604621977067</c:v>
                </c:pt>
                <c:pt idx="27">
                  <c:v>-3.4482794057458057</c:v>
                </c:pt>
                <c:pt idx="28">
                  <c:v>-3.4482794057458057</c:v>
                </c:pt>
                <c:pt idx="29">
                  <c:v>-1.724136277318624</c:v>
                </c:pt>
                <c:pt idx="30">
                  <c:v>-4.022991498185347</c:v>
                </c:pt>
                <c:pt idx="31">
                  <c:v>-3.4482794057458057</c:v>
                </c:pt>
                <c:pt idx="32">
                  <c:v>-2.8735604621977067</c:v>
                </c:pt>
                <c:pt idx="33">
                  <c:v>-3.4482794057458057</c:v>
                </c:pt>
                <c:pt idx="34">
                  <c:v>-2.8735604621977067</c:v>
                </c:pt>
                <c:pt idx="35">
                  <c:v>-3.4482794057458057</c:v>
                </c:pt>
                <c:pt idx="36">
                  <c:v>-2.8735604621977067</c:v>
                </c:pt>
                <c:pt idx="37">
                  <c:v>-1.724136277318624</c:v>
                </c:pt>
                <c:pt idx="38">
                  <c:v>-3.4482794057458057</c:v>
                </c:pt>
                <c:pt idx="39">
                  <c:v>-4.022991498185347</c:v>
                </c:pt>
                <c:pt idx="40">
                  <c:v>-3.4482794057458057</c:v>
                </c:pt>
                <c:pt idx="41">
                  <c:v>-2.2988483697581654</c:v>
                </c:pt>
                <c:pt idx="42">
                  <c:v>-2.8735604621977067</c:v>
                </c:pt>
                <c:pt idx="43">
                  <c:v>-2.2988483697581654</c:v>
                </c:pt>
                <c:pt idx="44">
                  <c:v>-3.4482794057458057</c:v>
                </c:pt>
                <c:pt idx="45">
                  <c:v>-4.022991498185347</c:v>
                </c:pt>
                <c:pt idx="46">
                  <c:v>-3.4482794057458057</c:v>
                </c:pt>
                <c:pt idx="47">
                  <c:v>-2.2988483697581654</c:v>
                </c:pt>
                <c:pt idx="48">
                  <c:v>-1.1494241848790827</c:v>
                </c:pt>
                <c:pt idx="49">
                  <c:v>-1.1494241848790827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PT</c:v>
                </c:pt>
              </c:strCache>
            </c:strRef>
          </c:tx>
          <c:spPr>
            <a:solidFill>
              <a:srgbClr val="9B59B6"/>
            </a:solidFill>
            <a:ln w="25400" cap="flat">
              <a:solidFill>
                <a:srgbClr val="9B59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B59B6"/>
              </a:solidFill>
              <a:ln w="9525" cap="flat">
                <a:solidFill>
                  <a:srgbClr val="9B59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Sheet1!$A$2:$A$51</c:f>
              <c:multiLvlStrCache>
                <c:ptCount val="50"/>
                <c:lvl>
                  <c:pt idx="0">
                    <c:v>May '25</c:v>
                  </c:pt>
                  <c:pt idx="1">
                    <c:v>May '25</c:v>
                  </c:pt>
                  <c:pt idx="2">
                    <c:v>Jun '25</c:v>
                  </c:pt>
                  <c:pt idx="3">
                    <c:v>Jun '25</c:v>
                  </c:pt>
                  <c:pt idx="4">
                    <c:v>Jun '25</c:v>
                  </c:pt>
                  <c:pt idx="5">
                    <c:v>Jun '25</c:v>
                  </c:pt>
                  <c:pt idx="6">
                    <c:v>Jul '25</c:v>
                  </c:pt>
                  <c:pt idx="7">
                    <c:v>Jul '25</c:v>
                  </c:pt>
                  <c:pt idx="8">
                    <c:v>Jul '25</c:v>
                  </c:pt>
                  <c:pt idx="9">
                    <c:v>Jul '25</c:v>
                  </c:pt>
                  <c:pt idx="10">
                    <c:v>Aug '25</c:v>
                  </c:pt>
                  <c:pt idx="11">
                    <c:v>Aug '25</c:v>
                  </c:pt>
                  <c:pt idx="12">
                    <c:v>Aug '25</c:v>
                  </c:pt>
                  <c:pt idx="13">
                    <c:v>Aug '25</c:v>
                  </c:pt>
                  <c:pt idx="14">
                    <c:v>Sep '25</c:v>
                  </c:pt>
                  <c:pt idx="15">
                    <c:v>Sep '25</c:v>
                  </c:pt>
                  <c:pt idx="16">
                    <c:v>Sep '25</c:v>
                  </c:pt>
                  <c:pt idx="17">
                    <c:v>Sep '25</c:v>
                  </c:pt>
                  <c:pt idx="18">
                    <c:v>Oct '25</c:v>
                  </c:pt>
                  <c:pt idx="19">
                    <c:v>Oct '25</c:v>
                  </c:pt>
                  <c:pt idx="20">
                    <c:v>Oct '25</c:v>
                  </c:pt>
                  <c:pt idx="21">
                    <c:v>Oct '25</c:v>
                  </c:pt>
                  <c:pt idx="22">
                    <c:v>Nov '25</c:v>
                  </c:pt>
                  <c:pt idx="23">
                    <c:v>Nov '25</c:v>
                  </c:pt>
                  <c:pt idx="24">
                    <c:v>Nov '25</c:v>
                  </c:pt>
                  <c:pt idx="25">
                    <c:v>Nov '25</c:v>
                  </c:pt>
                  <c:pt idx="26">
                    <c:v>Dec '25</c:v>
                  </c:pt>
                  <c:pt idx="27">
                    <c:v>Dec '25</c:v>
                  </c:pt>
                  <c:pt idx="28">
                    <c:v>Dec '25</c:v>
                  </c:pt>
                  <c:pt idx="29">
                    <c:v>Dec '25</c:v>
                  </c:pt>
                  <c:pt idx="30">
                    <c:v>Jan '26</c:v>
                  </c:pt>
                  <c:pt idx="31">
                    <c:v>Jan '26</c:v>
                  </c:pt>
                  <c:pt idx="32">
                    <c:v>Jan '26</c:v>
                  </c:pt>
                  <c:pt idx="33">
                    <c:v>Jan '26</c:v>
                  </c:pt>
                  <c:pt idx="34">
                    <c:v>Feb '26</c:v>
                  </c:pt>
                  <c:pt idx="35">
                    <c:v>Feb '26</c:v>
                  </c:pt>
                  <c:pt idx="36">
                    <c:v>Feb '26</c:v>
                  </c:pt>
                  <c:pt idx="37">
                    <c:v>Feb '26</c:v>
                  </c:pt>
                  <c:pt idx="38">
                    <c:v>Mar '26</c:v>
                  </c:pt>
                  <c:pt idx="39">
                    <c:v>Mar '26</c:v>
                  </c:pt>
                  <c:pt idx="40">
                    <c:v>Mar '26</c:v>
                  </c:pt>
                  <c:pt idx="41">
                    <c:v>Mar '26</c:v>
                  </c:pt>
                  <c:pt idx="42">
                    <c:v>Apr '26</c:v>
                  </c:pt>
                  <c:pt idx="43">
                    <c:v>Apr '26</c:v>
                  </c:pt>
                  <c:pt idx="44">
                    <c:v>Apr '26</c:v>
                  </c:pt>
                  <c:pt idx="45">
                    <c:v>Apr '26</c:v>
                  </c:pt>
                  <c:pt idx="46">
                    <c:v>May '26</c:v>
                  </c:pt>
                  <c:pt idx="47">
                    <c:v>May '26</c:v>
                  </c:pt>
                  <c:pt idx="48">
                    <c:v>May '26</c:v>
                  </c:pt>
                  <c:pt idx="49">
                    <c:v>May '26</c:v>
                  </c:pt>
                </c:lvl>
              </c:multiLvlStrCache>
            </c:multiLvlStrRef>
          </c:cat>
          <c:val>
            <c:numRef>
              <c:f>Sheet1!$E$2:$E$51</c:f>
              <c:numCache>
                <c:formatCode>General</c:formatCode>
                <c:ptCount val="50"/>
                <c:pt idx="0">
                  <c:v>0</c:v>
                </c:pt>
                <c:pt idx="1">
                  <c:v>3.9370079331436747</c:v>
                </c:pt>
                <c:pt idx="2">
                  <c:v>3.149610852062959</c:v>
                </c:pt>
                <c:pt idx="3">
                  <c:v>3.149610852062959</c:v>
                </c:pt>
                <c:pt idx="4">
                  <c:v>-0.7873970810807158</c:v>
                </c:pt>
                <c:pt idx="5">
                  <c:v>-9.44881753769548</c:v>
                </c:pt>
                <c:pt idx="6">
                  <c:v>-7.086611275959935</c:v>
                </c:pt>
                <c:pt idx="7">
                  <c:v>-5.5118096045518055</c:v>
                </c:pt>
                <c:pt idx="8">
                  <c:v>-4.7244050142243905</c:v>
                </c:pt>
                <c:pt idx="9">
                  <c:v>-0.7873970810807158</c:v>
                </c:pt>
                <c:pt idx="10">
                  <c:v>0</c:v>
                </c:pt>
                <c:pt idx="11">
                  <c:v>-3.9370079331436747</c:v>
                </c:pt>
                <c:pt idx="12">
                  <c:v>-6.2992141948792195</c:v>
                </c:pt>
                <c:pt idx="13">
                  <c:v>-7.086611275959935</c:v>
                </c:pt>
                <c:pt idx="14">
                  <c:v>-8.661412947368065</c:v>
                </c:pt>
                <c:pt idx="15">
                  <c:v>-7.086611275959935</c:v>
                </c:pt>
                <c:pt idx="16">
                  <c:v>-5.5118096045518055</c:v>
                </c:pt>
                <c:pt idx="17">
                  <c:v>-6.2992141948792195</c:v>
                </c:pt>
                <c:pt idx="18">
                  <c:v>-8.661412947368065</c:v>
                </c:pt>
                <c:pt idx="19">
                  <c:v>-7.874015866287349</c:v>
                </c:pt>
                <c:pt idx="20">
                  <c:v>-11.811023799431023</c:v>
                </c:pt>
                <c:pt idx="21">
                  <c:v>-11.023619209103611</c:v>
                </c:pt>
                <c:pt idx="22">
                  <c:v>-7.874015866287349</c:v>
                </c:pt>
                <c:pt idx="23">
                  <c:v>-9.44881753769548</c:v>
                </c:pt>
                <c:pt idx="24">
                  <c:v>-10.236222128022893</c:v>
                </c:pt>
                <c:pt idx="25">
                  <c:v>-9.44881753769548</c:v>
                </c:pt>
                <c:pt idx="26">
                  <c:v>-8.661412947368065</c:v>
                </c:pt>
                <c:pt idx="27">
                  <c:v>-7.874015866287349</c:v>
                </c:pt>
                <c:pt idx="28">
                  <c:v>-7.086611275959935</c:v>
                </c:pt>
                <c:pt idx="29">
                  <c:v>-6.2992141948792195</c:v>
                </c:pt>
                <c:pt idx="30">
                  <c:v>-4.7244050142243905</c:v>
                </c:pt>
                <c:pt idx="31">
                  <c:v>-3.9370079331436747</c:v>
                </c:pt>
                <c:pt idx="32">
                  <c:v>-2.362206261735545</c:v>
                </c:pt>
                <c:pt idx="33">
                  <c:v>-3.14960334281626</c:v>
                </c:pt>
                <c:pt idx="34">
                  <c:v>-2.362206261735545</c:v>
                </c:pt>
                <c:pt idx="35">
                  <c:v>0.7874045903274144</c:v>
                </c:pt>
                <c:pt idx="36">
                  <c:v>0.7874045903274144</c:v>
                </c:pt>
                <c:pt idx="37">
                  <c:v>-3.14960334281626</c:v>
                </c:pt>
                <c:pt idx="38">
                  <c:v>-9.44881753769548</c:v>
                </c:pt>
                <c:pt idx="39">
                  <c:v>-5.5118096045518055</c:v>
                </c:pt>
                <c:pt idx="40">
                  <c:v>-7.874015866287349</c:v>
                </c:pt>
                <c:pt idx="41">
                  <c:v>-8.661412947368065</c:v>
                </c:pt>
                <c:pt idx="42">
                  <c:v>-10.236222128022893</c:v>
                </c:pt>
                <c:pt idx="43">
                  <c:v>-10.236222128022893</c:v>
                </c:pt>
                <c:pt idx="44">
                  <c:v>-10.236222128022893</c:v>
                </c:pt>
                <c:pt idx="45">
                  <c:v>-10.236222128022893</c:v>
                </c:pt>
                <c:pt idx="46">
                  <c:v>-11.811023799431023</c:v>
                </c:pt>
                <c:pt idx="47">
                  <c:v>-11.023619209103611</c:v>
                </c:pt>
                <c:pt idx="48">
                  <c:v>-12.59842088051174</c:v>
                </c:pt>
                <c:pt idx="49">
                  <c:v>-14.173230061166569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QH</c:v>
                </c:pt>
              </c:strCache>
            </c:strRef>
          </c:tx>
          <c:spPr>
            <a:solidFill>
              <a:srgbClr val="F39C12"/>
            </a:solidFill>
            <a:ln w="25400" cap="flat">
              <a:solidFill>
                <a:srgbClr val="F39C1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39C12"/>
              </a:solidFill>
              <a:ln w="9525" cap="flat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Sheet1!$A$2:$A$51</c:f>
              <c:multiLvlStrCache>
                <c:ptCount val="50"/>
                <c:lvl>
                  <c:pt idx="0">
                    <c:v>May '25</c:v>
                  </c:pt>
                  <c:pt idx="1">
                    <c:v>May '25</c:v>
                  </c:pt>
                  <c:pt idx="2">
                    <c:v>Jun '25</c:v>
                  </c:pt>
                  <c:pt idx="3">
                    <c:v>Jun '25</c:v>
                  </c:pt>
                  <c:pt idx="4">
                    <c:v>Jun '25</c:v>
                  </c:pt>
                  <c:pt idx="5">
                    <c:v>Jun '25</c:v>
                  </c:pt>
                  <c:pt idx="6">
                    <c:v>Jul '25</c:v>
                  </c:pt>
                  <c:pt idx="7">
                    <c:v>Jul '25</c:v>
                  </c:pt>
                  <c:pt idx="8">
                    <c:v>Jul '25</c:v>
                  </c:pt>
                  <c:pt idx="9">
                    <c:v>Jul '25</c:v>
                  </c:pt>
                  <c:pt idx="10">
                    <c:v>Aug '25</c:v>
                  </c:pt>
                  <c:pt idx="11">
                    <c:v>Aug '25</c:v>
                  </c:pt>
                  <c:pt idx="12">
                    <c:v>Aug '25</c:v>
                  </c:pt>
                  <c:pt idx="13">
                    <c:v>Aug '25</c:v>
                  </c:pt>
                  <c:pt idx="14">
                    <c:v>Sep '25</c:v>
                  </c:pt>
                  <c:pt idx="15">
                    <c:v>Sep '25</c:v>
                  </c:pt>
                  <c:pt idx="16">
                    <c:v>Sep '25</c:v>
                  </c:pt>
                  <c:pt idx="17">
                    <c:v>Sep '25</c:v>
                  </c:pt>
                  <c:pt idx="18">
                    <c:v>Oct '25</c:v>
                  </c:pt>
                  <c:pt idx="19">
                    <c:v>Oct '25</c:v>
                  </c:pt>
                  <c:pt idx="20">
                    <c:v>Oct '25</c:v>
                  </c:pt>
                  <c:pt idx="21">
                    <c:v>Oct '25</c:v>
                  </c:pt>
                  <c:pt idx="22">
                    <c:v>Nov '25</c:v>
                  </c:pt>
                  <c:pt idx="23">
                    <c:v>Nov '25</c:v>
                  </c:pt>
                  <c:pt idx="24">
                    <c:v>Nov '25</c:v>
                  </c:pt>
                  <c:pt idx="25">
                    <c:v>Nov '25</c:v>
                  </c:pt>
                  <c:pt idx="26">
                    <c:v>Dec '25</c:v>
                  </c:pt>
                  <c:pt idx="27">
                    <c:v>Dec '25</c:v>
                  </c:pt>
                  <c:pt idx="28">
                    <c:v>Dec '25</c:v>
                  </c:pt>
                  <c:pt idx="29">
                    <c:v>Dec '25</c:v>
                  </c:pt>
                  <c:pt idx="30">
                    <c:v>Jan '26</c:v>
                  </c:pt>
                  <c:pt idx="31">
                    <c:v>Jan '26</c:v>
                  </c:pt>
                  <c:pt idx="32">
                    <c:v>Jan '26</c:v>
                  </c:pt>
                  <c:pt idx="33">
                    <c:v>Jan '26</c:v>
                  </c:pt>
                  <c:pt idx="34">
                    <c:v>Feb '26</c:v>
                  </c:pt>
                  <c:pt idx="35">
                    <c:v>Feb '26</c:v>
                  </c:pt>
                  <c:pt idx="36">
                    <c:v>Feb '26</c:v>
                  </c:pt>
                  <c:pt idx="37">
                    <c:v>Feb '26</c:v>
                  </c:pt>
                  <c:pt idx="38">
                    <c:v>Mar '26</c:v>
                  </c:pt>
                  <c:pt idx="39">
                    <c:v>Mar '26</c:v>
                  </c:pt>
                  <c:pt idx="40">
                    <c:v>Mar '26</c:v>
                  </c:pt>
                  <c:pt idx="41">
                    <c:v>Mar '26</c:v>
                  </c:pt>
                  <c:pt idx="42">
                    <c:v>Apr '26</c:v>
                  </c:pt>
                  <c:pt idx="43">
                    <c:v>Apr '26</c:v>
                  </c:pt>
                  <c:pt idx="44">
                    <c:v>Apr '26</c:v>
                  </c:pt>
                  <c:pt idx="45">
                    <c:v>Apr '26</c:v>
                  </c:pt>
                  <c:pt idx="46">
                    <c:v>May '26</c:v>
                  </c:pt>
                  <c:pt idx="47">
                    <c:v>May '26</c:v>
                  </c:pt>
                  <c:pt idx="48">
                    <c:v>May '26</c:v>
                  </c:pt>
                  <c:pt idx="49">
                    <c:v>May '26</c:v>
                  </c:pt>
                </c:lvl>
              </c:multiLvlStrCache>
            </c:multiLvlStrRef>
          </c:cat>
          <c:val>
            <c:numRef>
              <c:f>Sheet1!$F$2:$F$51</c:f>
              <c:numCache>
                <c:formatCode>General</c:formatCode>
                <c:ptCount val="50"/>
                <c:pt idx="0">
                  <c:v>0</c:v>
                </c:pt>
                <c:pt idx="1">
                  <c:v>-2.083339542150251</c:v>
                </c:pt>
                <c:pt idx="2">
                  <c:v>-2.083339542150251</c:v>
                </c:pt>
                <c:pt idx="3">
                  <c:v>-13.194447893787176</c:v>
                </c:pt>
                <c:pt idx="4">
                  <c:v>-19.444449963392817</c:v>
                </c:pt>
                <c:pt idx="5">
                  <c:v>-11.111116630059483</c:v>
                </c:pt>
                <c:pt idx="6">
                  <c:v>-9.027785366331788</c:v>
                </c:pt>
                <c:pt idx="7">
                  <c:v>-4.166670805877945</c:v>
                </c:pt>
                <c:pt idx="8">
                  <c:v>-3.472227051302047</c:v>
                </c:pt>
                <c:pt idx="9">
                  <c:v>0.6944437545758981</c:v>
                </c:pt>
                <c:pt idx="10">
                  <c:v>1.3888875091517963</c:v>
                </c:pt>
                <c:pt idx="11">
                  <c:v>-2.777783296726149</c:v>
                </c:pt>
                <c:pt idx="12">
                  <c:v>-2.083339542150251</c:v>
                </c:pt>
                <c:pt idx="13">
                  <c:v>-5.555558315029741</c:v>
                </c:pt>
                <c:pt idx="14">
                  <c:v>-2.777783296726149</c:v>
                </c:pt>
                <c:pt idx="15">
                  <c:v>-2.083339542150251</c:v>
                </c:pt>
                <c:pt idx="16">
                  <c:v>-2.777783296726149</c:v>
                </c:pt>
                <c:pt idx="17">
                  <c:v>-6.25000206960564</c:v>
                </c:pt>
                <c:pt idx="18">
                  <c:v>-5.555558315029741</c:v>
                </c:pt>
                <c:pt idx="19">
                  <c:v>-5.555558315029741</c:v>
                </c:pt>
                <c:pt idx="20">
                  <c:v>-13.888891648363074</c:v>
                </c:pt>
                <c:pt idx="21">
                  <c:v>-11.80556038463538</c:v>
                </c:pt>
                <c:pt idx="22">
                  <c:v>-11.80556038463538</c:v>
                </c:pt>
                <c:pt idx="23">
                  <c:v>-7.638889578757436</c:v>
                </c:pt>
                <c:pt idx="24">
                  <c:v>-13.194447893787176</c:v>
                </c:pt>
                <c:pt idx="25">
                  <c:v>-11.80556038463538</c:v>
                </c:pt>
                <c:pt idx="26">
                  <c:v>-8.333333333333332</c:v>
                </c:pt>
                <c:pt idx="27">
                  <c:v>-11.111116630059483</c:v>
                </c:pt>
                <c:pt idx="28">
                  <c:v>-6.944445824181537</c:v>
                </c:pt>
                <c:pt idx="29">
                  <c:v>-6.25000206960564</c:v>
                </c:pt>
                <c:pt idx="30">
                  <c:v>-6.25000206960564</c:v>
                </c:pt>
                <c:pt idx="31">
                  <c:v>-11.80556038463538</c:v>
                </c:pt>
                <c:pt idx="32">
                  <c:v>-9.027785366331788</c:v>
                </c:pt>
                <c:pt idx="33">
                  <c:v>-9.722229120907686</c:v>
                </c:pt>
                <c:pt idx="34">
                  <c:v>-10.416672875483584</c:v>
                </c:pt>
                <c:pt idx="35">
                  <c:v>-4.861114560453843</c:v>
                </c:pt>
                <c:pt idx="36">
                  <c:v>-0.6944520329984546</c:v>
                </c:pt>
                <c:pt idx="37">
                  <c:v>0</c:v>
                </c:pt>
                <c:pt idx="38">
                  <c:v>-6.944445824181537</c:v>
                </c:pt>
                <c:pt idx="39">
                  <c:v>-5.555558315029741</c:v>
                </c:pt>
                <c:pt idx="40">
                  <c:v>-4.861114560453843</c:v>
                </c:pt>
                <c:pt idx="41">
                  <c:v>-6.25000206960564</c:v>
                </c:pt>
                <c:pt idx="42">
                  <c:v>-2.777783296726149</c:v>
                </c:pt>
                <c:pt idx="43">
                  <c:v>-3.472227051302047</c:v>
                </c:pt>
                <c:pt idx="44">
                  <c:v>-0.6944520329984546</c:v>
                </c:pt>
                <c:pt idx="45">
                  <c:v>-9.027785366331788</c:v>
                </c:pt>
                <c:pt idx="46">
                  <c:v>-4.166670805877945</c:v>
                </c:pt>
                <c:pt idx="47">
                  <c:v>-2.083339542150251</c:v>
                </c:pt>
                <c:pt idx="48">
                  <c:v>-4.166670805877945</c:v>
                </c:pt>
                <c:pt idx="49">
                  <c:v>-4.166670805877945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TISCO</c:v>
                </c:pt>
              </c:strCache>
            </c:strRef>
          </c:tx>
          <c:spPr>
            <a:solidFill>
              <a:srgbClr val="1ABC9C"/>
            </a:solidFill>
            <a:ln w="25400" cap="flat">
              <a:solidFill>
                <a:srgbClr val="1ABC9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BC9C"/>
              </a:solidFill>
              <a:ln w="9525" cap="flat">
                <a:solidFill>
                  <a:srgbClr val="1ABC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Sheet1!$A$2:$A$51</c:f>
              <c:multiLvlStrCache>
                <c:ptCount val="50"/>
                <c:lvl>
                  <c:pt idx="0">
                    <c:v>May '25</c:v>
                  </c:pt>
                  <c:pt idx="1">
                    <c:v>May '25</c:v>
                  </c:pt>
                  <c:pt idx="2">
                    <c:v>Jun '25</c:v>
                  </c:pt>
                  <c:pt idx="3">
                    <c:v>Jun '25</c:v>
                  </c:pt>
                  <c:pt idx="4">
                    <c:v>Jun '25</c:v>
                  </c:pt>
                  <c:pt idx="5">
                    <c:v>Jun '25</c:v>
                  </c:pt>
                  <c:pt idx="6">
                    <c:v>Jul '25</c:v>
                  </c:pt>
                  <c:pt idx="7">
                    <c:v>Jul '25</c:v>
                  </c:pt>
                  <c:pt idx="8">
                    <c:v>Jul '25</c:v>
                  </c:pt>
                  <c:pt idx="9">
                    <c:v>Jul '25</c:v>
                  </c:pt>
                  <c:pt idx="10">
                    <c:v>Aug '25</c:v>
                  </c:pt>
                  <c:pt idx="11">
                    <c:v>Aug '25</c:v>
                  </c:pt>
                  <c:pt idx="12">
                    <c:v>Aug '25</c:v>
                  </c:pt>
                  <c:pt idx="13">
                    <c:v>Aug '25</c:v>
                  </c:pt>
                  <c:pt idx="14">
                    <c:v>Sep '25</c:v>
                  </c:pt>
                  <c:pt idx="15">
                    <c:v>Sep '25</c:v>
                  </c:pt>
                  <c:pt idx="16">
                    <c:v>Sep '25</c:v>
                  </c:pt>
                  <c:pt idx="17">
                    <c:v>Sep '25</c:v>
                  </c:pt>
                  <c:pt idx="18">
                    <c:v>Oct '25</c:v>
                  </c:pt>
                  <c:pt idx="19">
                    <c:v>Oct '25</c:v>
                  </c:pt>
                  <c:pt idx="20">
                    <c:v>Oct '25</c:v>
                  </c:pt>
                  <c:pt idx="21">
                    <c:v>Oct '25</c:v>
                  </c:pt>
                  <c:pt idx="22">
                    <c:v>Nov '25</c:v>
                  </c:pt>
                  <c:pt idx="23">
                    <c:v>Nov '25</c:v>
                  </c:pt>
                  <c:pt idx="24">
                    <c:v>Nov '25</c:v>
                  </c:pt>
                  <c:pt idx="25">
                    <c:v>Nov '25</c:v>
                  </c:pt>
                  <c:pt idx="26">
                    <c:v>Dec '25</c:v>
                  </c:pt>
                  <c:pt idx="27">
                    <c:v>Dec '25</c:v>
                  </c:pt>
                  <c:pt idx="28">
                    <c:v>Dec '25</c:v>
                  </c:pt>
                  <c:pt idx="29">
                    <c:v>Dec '25</c:v>
                  </c:pt>
                  <c:pt idx="30">
                    <c:v>Jan '26</c:v>
                  </c:pt>
                  <c:pt idx="31">
                    <c:v>Jan '26</c:v>
                  </c:pt>
                  <c:pt idx="32">
                    <c:v>Jan '26</c:v>
                  </c:pt>
                  <c:pt idx="33">
                    <c:v>Jan '26</c:v>
                  </c:pt>
                  <c:pt idx="34">
                    <c:v>Feb '26</c:v>
                  </c:pt>
                  <c:pt idx="35">
                    <c:v>Feb '26</c:v>
                  </c:pt>
                  <c:pt idx="36">
                    <c:v>Feb '26</c:v>
                  </c:pt>
                  <c:pt idx="37">
                    <c:v>Feb '26</c:v>
                  </c:pt>
                  <c:pt idx="38">
                    <c:v>Mar '26</c:v>
                  </c:pt>
                  <c:pt idx="39">
                    <c:v>Mar '26</c:v>
                  </c:pt>
                  <c:pt idx="40">
                    <c:v>Mar '26</c:v>
                  </c:pt>
                  <c:pt idx="41">
                    <c:v>Mar '26</c:v>
                  </c:pt>
                  <c:pt idx="42">
                    <c:v>Apr '26</c:v>
                  </c:pt>
                  <c:pt idx="43">
                    <c:v>Apr '26</c:v>
                  </c:pt>
                  <c:pt idx="44">
                    <c:v>Apr '26</c:v>
                  </c:pt>
                  <c:pt idx="45">
                    <c:v>Apr '26</c:v>
                  </c:pt>
                  <c:pt idx="46">
                    <c:v>May '26</c:v>
                  </c:pt>
                  <c:pt idx="47">
                    <c:v>May '26</c:v>
                  </c:pt>
                  <c:pt idx="48">
                    <c:v>May '26</c:v>
                  </c:pt>
                  <c:pt idx="49">
                    <c:v>May '26</c:v>
                  </c:pt>
                </c:lvl>
              </c:multiLvlStrCache>
            </c:multiLvlStrRef>
          </c:cat>
          <c:val>
            <c:numRef>
              <c:f>Sheet1!$G$2:$G$51</c:f>
              <c:numCache>
                <c:formatCode>General</c:formatCode>
                <c:ptCount val="50"/>
                <c:pt idx="0">
                  <c:v>0</c:v>
                </c:pt>
                <c:pt idx="1">
                  <c:v>-0.5089058524173028</c:v>
                </c:pt>
                <c:pt idx="2">
                  <c:v>-0.7633587786259541</c:v>
                </c:pt>
                <c:pt idx="3">
                  <c:v>-0.5089058524173028</c:v>
                </c:pt>
                <c:pt idx="4">
                  <c:v>-1.5267175572519083</c:v>
                </c:pt>
                <c:pt idx="5">
                  <c:v>-1.5267175572519083</c:v>
                </c:pt>
                <c:pt idx="6">
                  <c:v>0</c:v>
                </c:pt>
                <c:pt idx="7">
                  <c:v>0.7633587786259541</c:v>
                </c:pt>
                <c:pt idx="8">
                  <c:v>0.2544529262086514</c:v>
                </c:pt>
                <c:pt idx="9">
                  <c:v>0.5089058524173028</c:v>
                </c:pt>
                <c:pt idx="10">
                  <c:v>1.5267175572519083</c:v>
                </c:pt>
                <c:pt idx="11">
                  <c:v>2.7989821882951653</c:v>
                </c:pt>
                <c:pt idx="12">
                  <c:v>2.7989821882951653</c:v>
                </c:pt>
                <c:pt idx="13">
                  <c:v>2.7989821882951653</c:v>
                </c:pt>
                <c:pt idx="14">
                  <c:v>3.307888040712468</c:v>
                </c:pt>
                <c:pt idx="15">
                  <c:v>1.7811704834605597</c:v>
                </c:pt>
                <c:pt idx="16">
                  <c:v>3.307888040712468</c:v>
                </c:pt>
                <c:pt idx="17">
                  <c:v>3.307888040712468</c:v>
                </c:pt>
                <c:pt idx="18">
                  <c:v>4.8346055979643765</c:v>
                </c:pt>
                <c:pt idx="19">
                  <c:v>5.852417302798982</c:v>
                </c:pt>
                <c:pt idx="20">
                  <c:v>9.923664122137405</c:v>
                </c:pt>
                <c:pt idx="21">
                  <c:v>10.432569974554708</c:v>
                </c:pt>
                <c:pt idx="22">
                  <c:v>9.923664122137405</c:v>
                </c:pt>
                <c:pt idx="23">
                  <c:v>9.923664122137405</c:v>
                </c:pt>
                <c:pt idx="24">
                  <c:v>9.414758269720101</c:v>
                </c:pt>
                <c:pt idx="25">
                  <c:v>8.9058524173028</c:v>
                </c:pt>
                <c:pt idx="26">
                  <c:v>8.9058524173028</c:v>
                </c:pt>
                <c:pt idx="27">
                  <c:v>8.396946564885496</c:v>
                </c:pt>
                <c:pt idx="28">
                  <c:v>12.977099236641221</c:v>
                </c:pt>
                <c:pt idx="29">
                  <c:v>10.941475826972011</c:v>
                </c:pt>
                <c:pt idx="30">
                  <c:v>11.450381679389313</c:v>
                </c:pt>
                <c:pt idx="31">
                  <c:v>11.450381679389313</c:v>
                </c:pt>
                <c:pt idx="32">
                  <c:v>12.46819338422392</c:v>
                </c:pt>
                <c:pt idx="33">
                  <c:v>13.994910941475828</c:v>
                </c:pt>
                <c:pt idx="34">
                  <c:v>14.50381679389313</c:v>
                </c:pt>
                <c:pt idx="35">
                  <c:v>15.012722646310433</c:v>
                </c:pt>
                <c:pt idx="36">
                  <c:v>16.539440203562343</c:v>
                </c:pt>
                <c:pt idx="37">
                  <c:v>16.539440203562343</c:v>
                </c:pt>
                <c:pt idx="38">
                  <c:v>13.994910941475828</c:v>
                </c:pt>
                <c:pt idx="39">
                  <c:v>14.50381679389313</c:v>
                </c:pt>
                <c:pt idx="40">
                  <c:v>15.012722646310433</c:v>
                </c:pt>
                <c:pt idx="41">
                  <c:v>15.012722646310433</c:v>
                </c:pt>
                <c:pt idx="42">
                  <c:v>15.521628498727736</c:v>
                </c:pt>
                <c:pt idx="43">
                  <c:v>17.048346055979643</c:v>
                </c:pt>
                <c:pt idx="44">
                  <c:v>16.539440203562343</c:v>
                </c:pt>
                <c:pt idx="45">
                  <c:v>17.048346055979643</c:v>
                </c:pt>
                <c:pt idx="46">
                  <c:v>12.46819338422392</c:v>
                </c:pt>
                <c:pt idx="47">
                  <c:v>13.994910941475828</c:v>
                </c:pt>
                <c:pt idx="48">
                  <c:v>15.012722646310433</c:v>
                </c:pt>
                <c:pt idx="49">
                  <c:v>15.012722646310433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SET Index</c:v>
                </c:pt>
              </c:strCache>
            </c:strRef>
          </c:tx>
          <c:spPr>
            <a:solidFill>
              <a:srgbClr val="C9A84C"/>
            </a:solidFill>
            <a:ln w="25400" cap="flat">
              <a:solidFill>
                <a:srgbClr val="C9A8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84C"/>
              </a:solidFill>
              <a:ln w="9525" cap="flat">
                <a:solidFill>
                  <a:srgbClr val="C9A8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Sheet1!$A$2:$A$51</c:f>
              <c:multiLvlStrCache>
                <c:ptCount val="50"/>
                <c:lvl>
                  <c:pt idx="0">
                    <c:v>May '25</c:v>
                  </c:pt>
                  <c:pt idx="1">
                    <c:v>May '25</c:v>
                  </c:pt>
                  <c:pt idx="2">
                    <c:v>Jun '25</c:v>
                  </c:pt>
                  <c:pt idx="3">
                    <c:v>Jun '25</c:v>
                  </c:pt>
                  <c:pt idx="4">
                    <c:v>Jun '25</c:v>
                  </c:pt>
                  <c:pt idx="5">
                    <c:v>Jun '25</c:v>
                  </c:pt>
                  <c:pt idx="6">
                    <c:v>Jul '25</c:v>
                  </c:pt>
                  <c:pt idx="7">
                    <c:v>Jul '25</c:v>
                  </c:pt>
                  <c:pt idx="8">
                    <c:v>Jul '25</c:v>
                  </c:pt>
                  <c:pt idx="9">
                    <c:v>Jul '25</c:v>
                  </c:pt>
                  <c:pt idx="10">
                    <c:v>Aug '25</c:v>
                  </c:pt>
                  <c:pt idx="11">
                    <c:v>Aug '25</c:v>
                  </c:pt>
                  <c:pt idx="12">
                    <c:v>Aug '25</c:v>
                  </c:pt>
                  <c:pt idx="13">
                    <c:v>Aug '25</c:v>
                  </c:pt>
                  <c:pt idx="14">
                    <c:v>Sep '25</c:v>
                  </c:pt>
                  <c:pt idx="15">
                    <c:v>Sep '25</c:v>
                  </c:pt>
                  <c:pt idx="16">
                    <c:v>Sep '25</c:v>
                  </c:pt>
                  <c:pt idx="17">
                    <c:v>Sep '25</c:v>
                  </c:pt>
                  <c:pt idx="18">
                    <c:v>Oct '25</c:v>
                  </c:pt>
                  <c:pt idx="19">
                    <c:v>Oct '25</c:v>
                  </c:pt>
                  <c:pt idx="20">
                    <c:v>Oct '25</c:v>
                  </c:pt>
                  <c:pt idx="21">
                    <c:v>Oct '25</c:v>
                  </c:pt>
                  <c:pt idx="22">
                    <c:v>Nov '25</c:v>
                  </c:pt>
                  <c:pt idx="23">
                    <c:v>Nov '25</c:v>
                  </c:pt>
                  <c:pt idx="24">
                    <c:v>Nov '25</c:v>
                  </c:pt>
                  <c:pt idx="25">
                    <c:v>Nov '25</c:v>
                  </c:pt>
                  <c:pt idx="26">
                    <c:v>Dec '25</c:v>
                  </c:pt>
                  <c:pt idx="27">
                    <c:v>Dec '25</c:v>
                  </c:pt>
                  <c:pt idx="28">
                    <c:v>Dec '25</c:v>
                  </c:pt>
                  <c:pt idx="29">
                    <c:v>Dec '25</c:v>
                  </c:pt>
                  <c:pt idx="30">
                    <c:v>Jan '26</c:v>
                  </c:pt>
                  <c:pt idx="31">
                    <c:v>Jan '26</c:v>
                  </c:pt>
                  <c:pt idx="32">
                    <c:v>Jan '26</c:v>
                  </c:pt>
                  <c:pt idx="33">
                    <c:v>Jan '26</c:v>
                  </c:pt>
                  <c:pt idx="34">
                    <c:v>Feb '26</c:v>
                  </c:pt>
                  <c:pt idx="35">
                    <c:v>Feb '26</c:v>
                  </c:pt>
                  <c:pt idx="36">
                    <c:v>Feb '26</c:v>
                  </c:pt>
                  <c:pt idx="37">
                    <c:v>Feb '26</c:v>
                  </c:pt>
                  <c:pt idx="38">
                    <c:v>Mar '26</c:v>
                  </c:pt>
                  <c:pt idx="39">
                    <c:v>Mar '26</c:v>
                  </c:pt>
                  <c:pt idx="40">
                    <c:v>Mar '26</c:v>
                  </c:pt>
                  <c:pt idx="41">
                    <c:v>Mar '26</c:v>
                  </c:pt>
                  <c:pt idx="42">
                    <c:v>Apr '26</c:v>
                  </c:pt>
                  <c:pt idx="43">
                    <c:v>Apr '26</c:v>
                  </c:pt>
                  <c:pt idx="44">
                    <c:v>Apr '26</c:v>
                  </c:pt>
                  <c:pt idx="45">
                    <c:v>Apr '26</c:v>
                  </c:pt>
                  <c:pt idx="46">
                    <c:v>May '26</c:v>
                  </c:pt>
                  <c:pt idx="47">
                    <c:v>May '26</c:v>
                  </c:pt>
                  <c:pt idx="48">
                    <c:v>May '26</c:v>
                  </c:pt>
                  <c:pt idx="49">
                    <c:v>May '26</c:v>
                  </c:pt>
                </c:lvl>
              </c:multiLvlStrCache>
            </c:multiLvlStrRef>
          </c:cat>
          <c:val>
            <c:numRef>
              <c:f>Sheet1!$H$2:$H$51</c:f>
              <c:numCache>
                <c:formatCode>General</c:formatCode>
                <c:ptCount val="50"/>
                <c:pt idx="0">
                  <c:v>0</c:v>
                </c:pt>
                <c:pt idx="1">
                  <c:v>-0.7977010994411609</c:v>
                </c:pt>
                <c:pt idx="2">
                  <c:v>-3.2496147883008004</c:v>
                </c:pt>
                <c:pt idx="3">
                  <c:v>-5.018025441918003</c:v>
                </c:pt>
                <c:pt idx="4">
                  <c:v>-9.424986686255565</c:v>
                </c:pt>
                <c:pt idx="5">
                  <c:v>-7.142669138651972</c:v>
                </c:pt>
                <c:pt idx="6">
                  <c:v>-4.292763180138837</c:v>
                </c:pt>
                <c:pt idx="7">
                  <c:v>-1.0533749288797927</c:v>
                </c:pt>
                <c:pt idx="8">
                  <c:v>1.5664287444964742</c:v>
                </c:pt>
                <c:pt idx="9">
                  <c:v>6.031347301000484</c:v>
                </c:pt>
                <c:pt idx="10">
                  <c:v>7.7639598732741675</c:v>
                </c:pt>
                <c:pt idx="11">
                  <c:v>7.333581835755989</c:v>
                </c:pt>
                <c:pt idx="12">
                  <c:v>6.819674941769599</c:v>
                </c:pt>
                <c:pt idx="13">
                  <c:v>5.3896034922947775</c:v>
                </c:pt>
                <c:pt idx="14">
                  <c:v>7.792090652685059</c:v>
                </c:pt>
                <c:pt idx="15">
                  <c:v>10.248259329998492</c:v>
                </c:pt>
                <c:pt idx="16">
                  <c:v>10.17155510048795</c:v>
                </c:pt>
                <c:pt idx="17">
                  <c:v>8.980116719847086</c:v>
                </c:pt>
                <c:pt idx="18">
                  <c:v>10.247406251628782</c:v>
                </c:pt>
                <c:pt idx="19">
                  <c:v>9.682366672433615</c:v>
                </c:pt>
                <c:pt idx="20">
                  <c:v>9.468452069531713</c:v>
                </c:pt>
                <c:pt idx="21">
                  <c:v>12.009002681683064</c:v>
                </c:pt>
                <c:pt idx="22">
                  <c:v>10.672676222323458</c:v>
                </c:pt>
                <c:pt idx="23">
                  <c:v>10.83204582653775</c:v>
                </c:pt>
                <c:pt idx="24">
                  <c:v>8.238666775832955</c:v>
                </c:pt>
                <c:pt idx="25">
                  <c:v>8.13128293519715</c:v>
                </c:pt>
                <c:pt idx="26">
                  <c:v>8.881253259513619</c:v>
                </c:pt>
                <c:pt idx="27">
                  <c:v>6.832460713920481</c:v>
                </c:pt>
                <c:pt idx="28">
                  <c:v>6.536723411289786</c:v>
                </c:pt>
                <c:pt idx="29">
                  <c:v>8.689497887434644</c:v>
                </c:pt>
                <c:pt idx="30">
                  <c:v>8.640071358965287</c:v>
                </c:pt>
                <c:pt idx="31">
                  <c:v>5.2779646632051795</c:v>
                </c:pt>
                <c:pt idx="32">
                  <c:v>10.482627006983902</c:v>
                </c:pt>
                <c:pt idx="33">
                  <c:v>13.727976403436157</c:v>
                </c:pt>
                <c:pt idx="34">
                  <c:v>13.869452168676066</c:v>
                </c:pt>
                <c:pt idx="35">
                  <c:v>20.20419367084512</c:v>
                </c:pt>
                <c:pt idx="36">
                  <c:v>24.40066302915437</c:v>
                </c:pt>
                <c:pt idx="37">
                  <c:v>27.01876054579122</c:v>
                </c:pt>
                <c:pt idx="38">
                  <c:v>18.002845744600613</c:v>
                </c:pt>
                <c:pt idx="39">
                  <c:v>19.93999946110415</c:v>
                </c:pt>
                <c:pt idx="40">
                  <c:v>22.79587696820525</c:v>
                </c:pt>
                <c:pt idx="41">
                  <c:v>24.249813805242415</c:v>
                </c:pt>
                <c:pt idx="42">
                  <c:v>25.36454795637274</c:v>
                </c:pt>
                <c:pt idx="43">
                  <c:v>26.95569516680127</c:v>
                </c:pt>
                <c:pt idx="44">
                  <c:v>26.43070865740341</c:v>
                </c:pt>
                <c:pt idx="45">
                  <c:v>26.14946328366302</c:v>
                </c:pt>
                <c:pt idx="46">
                  <c:v>26.993189001489455</c:v>
                </c:pt>
                <c:pt idx="47">
                  <c:v>26.43582712762167</c:v>
                </c:pt>
                <c:pt idx="48">
                  <c:v>29.25930846346333</c:v>
                </c:pt>
                <c:pt idx="49">
                  <c:v>31.132554126001967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498DB"/>
              </a:solidFill>
              <a:effectLst/>
            </c:spPr>
          </c:dPt>
          <c:dPt>
            <c:idx val="1"/>
            <c:bubble3D val="0"/>
            <c:spPr>
              <a:solidFill>
                <a:srgbClr val="E74C3C"/>
              </a:solidFill>
              <a:effectLst/>
            </c:spPr>
          </c:dPt>
          <c:dPt>
            <c:idx val="2"/>
            <c:bubble3D val="0"/>
            <c:spPr>
              <a:solidFill>
                <a:srgbClr val="2ECC71"/>
              </a:solidFill>
              <a:effectLst/>
            </c:spPr>
          </c:dPt>
          <c:dPt>
            <c:idx val="3"/>
            <c:bubble3D val="0"/>
            <c:spPr>
              <a:solidFill>
                <a:srgbClr val="9B59B6"/>
              </a:solidFill>
              <a:effectLst/>
            </c:spPr>
          </c:dPt>
          <c:dPt>
            <c:idx val="4"/>
            <c:bubble3D val="0"/>
            <c:spPr>
              <a:solidFill>
                <a:srgbClr val="F39C12"/>
              </a:solidFill>
              <a:effectLst/>
            </c:spPr>
          </c:dPt>
          <c:dPt>
            <c:idx val="5"/>
            <c:bubble3D val="0"/>
            <c:spPr>
              <a:solidFill>
                <a:srgbClr val="1ABC9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SITHAI</c:v>
                </c:pt>
                <c:pt idx="1">
                  <c:v>LH</c:v>
                </c:pt>
                <c:pt idx="2">
                  <c:v>LHK</c:v>
                </c:pt>
                <c:pt idx="3">
                  <c:v>PT</c:v>
                </c:pt>
                <c:pt idx="4">
                  <c:v>QH</c:v>
                </c:pt>
                <c:pt idx="5">
                  <c:v>TISCO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16.666666666666668</c:v>
                </c:pt>
                <c:pt idx="1">
                  <c:v>16.666666666666668</c:v>
                </c:pt>
                <c:pt idx="2">
                  <c:v>16.666666666666668</c:v>
                </c:pt>
                <c:pt idx="3">
                  <c:v>16.666666666666668</c:v>
                </c:pt>
                <c:pt idx="4">
                  <c:v>16.666666666666668</c:v>
                </c:pt>
                <c:pt idx="5">
                  <c:v>16.666666666666668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Dashboard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Trend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697480"/>
            <a:ext cx="27432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Portfolio:  SITHAI  ·  LH  ·  LHK  ·  PT  ·  QH  ·  TISCO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May 23,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04672" y="4114800"/>
            <a:ext cx="1828800" cy="7315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672" y="45171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06624" y="4114800"/>
            <a:ext cx="1828800" cy="7315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2706624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+31.13%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06624" y="45171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1Y SET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08576" y="4114800"/>
            <a:ext cx="1828800" cy="7315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4608576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+15.01%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08576" y="45171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1Y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10528" y="4114800"/>
            <a:ext cx="1828800" cy="7315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6510528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-14.17%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10528" y="45171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1Y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00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Return vs SET Index  (1 Year)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= 0% on first trading day • Weekly intervals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28600" y="822960"/>
          <a:ext cx="8686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00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Stock Performance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40080"/>
          <a:ext cx="85953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103120"/>
                <a:gridCol w="1280160"/>
                <a:gridCol w="1371600"/>
                <a:gridCol w="1371600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4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4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(THB)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4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1Y Return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4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Return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4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SET (1Y)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49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SITHAI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Srithai Superware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-33.91%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 &amp; Houses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-6.67%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-4.71%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-37.80%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LHK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Lohakit Metal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+1.78%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-32.28%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Premier 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-14.17%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-9.92%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-45.31%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Houses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-4.17%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+2.22%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-35.30%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TISCO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TISCO Financial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+15.01%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-16.12%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Index (Benchmark)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1538.67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+31.13%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+20.20%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9B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23, 2026  •  Source: Yahoo Finance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00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Allocation  (Equal Weight)</a:t>
            </a:r>
            <a:endParaRPr lang="en-US" sz="1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594360"/>
          <a:ext cx="47548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877824"/>
            <a:ext cx="201168" cy="201168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577840" y="731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SITHAI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577840" y="10241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Srithai Superware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223760" y="8046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16.7%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909560" y="8046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-2.78%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303520" y="1517904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77840" y="1371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577840" y="16642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&amp; Houses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223760" y="14447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909560" y="14447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-6.67%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303520" y="2157984"/>
            <a:ext cx="201168" cy="2011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77840" y="2011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LHK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577840" y="2304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Lohakit Metal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223760" y="20848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909560" y="20848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-1.15%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303520" y="2798064"/>
            <a:ext cx="201168" cy="20116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77840" y="2651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577840" y="29443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Technology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223760" y="2724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16.7%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909560" y="27249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-14.17%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303520" y="3438144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77840" y="3291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QH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577840" y="35844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Houses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223760" y="336499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16.7%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909560" y="33649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-4.17%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303520" y="4078224"/>
            <a:ext cx="201168" cy="20116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77840" y="3931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TISCO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577840" y="42245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TISCO Financial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223760" y="40050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16.7%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909560" y="40050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+15.01%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223760" y="5486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909560" y="5486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1Y Rtn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5577840" y="5486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303520" y="704088"/>
            <a:ext cx="3657600" cy="0"/>
          </a:xfrm>
          <a:prstGeom prst="line">
            <a:avLst/>
          </a:prstGeom>
          <a:noFill/>
          <a:ln w="6350">
            <a:solidFill>
              <a:srgbClr val="D0D8E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0" y="731520"/>
            <a:ext cx="27432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1097280"/>
            <a:ext cx="1828800" cy="2560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097280"/>
            <a:ext cx="18288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261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71500" y="1664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1500" y="19933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TISCO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150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+15.01%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62940" y="29077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TISCO Financial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28900" y="1097280"/>
            <a:ext cx="1828800" cy="2560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Shape 10"/>
          <p:cNvSpPr/>
          <p:nvPr/>
        </p:nvSpPr>
        <p:spPr>
          <a:xfrm>
            <a:off x="2628900" y="1097280"/>
            <a:ext cx="18288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2628900" y="1261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28900" y="1664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28900" y="19933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2890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-14.17%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720340" y="29077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Technology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86300" y="1097280"/>
            <a:ext cx="1828800" cy="2560320"/>
          </a:xfrm>
          <a:prstGeom prst="rect">
            <a:avLst/>
          </a:prstGeom>
          <a:solidFill>
            <a:srgbClr val="162840"/>
          </a:solidFill>
          <a:ln/>
        </p:spPr>
      </p:sp>
      <p:sp>
        <p:nvSpPr>
          <p:cNvPr id="19" name="Shape 17"/>
          <p:cNvSpPr/>
          <p:nvPr/>
        </p:nvSpPr>
        <p:spPr>
          <a:xfrm>
            <a:off x="4686300" y="1097280"/>
            <a:ext cx="18288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Text 18"/>
          <p:cNvSpPr/>
          <p:nvPr/>
        </p:nvSpPr>
        <p:spPr>
          <a:xfrm>
            <a:off x="4686300" y="1261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686300" y="1664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Index (1Y)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86300" y="19933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8630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+31.13%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777740" y="29077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43700" y="1097280"/>
            <a:ext cx="1828800" cy="2560320"/>
          </a:xfrm>
          <a:prstGeom prst="rect">
            <a:avLst/>
          </a:prstGeom>
          <a:solidFill>
            <a:srgbClr val="162840"/>
          </a:solidFill>
          <a:ln/>
        </p:spPr>
      </p:sp>
      <p:sp>
        <p:nvSpPr>
          <p:cNvPr id="26" name="Shape 24"/>
          <p:cNvSpPr/>
          <p:nvPr/>
        </p:nvSpPr>
        <p:spPr>
          <a:xfrm>
            <a:off x="6743700" y="1097280"/>
            <a:ext cx="18288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7" name="Text 25"/>
          <p:cNvSpPr/>
          <p:nvPr/>
        </p:nvSpPr>
        <p:spPr>
          <a:xfrm>
            <a:off x="6743700" y="1261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743700" y="1664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vs SET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4370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-33.45%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835140" y="29077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return vs benchmark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returns in THB. Data sourced from Yahoo Finance.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1-Year Return Rankings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TISCO +15.01%   |   2. LHK -1.15%   |   3. SITHAI -2.78%   |   4. QH -4.17%   |   5. LH -6.67%   |   6. PT -14.17%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Dashboard – Investment Trend Analysis</dc:title>
  <dc:subject>PptxGenJS Presentation</dc:subject>
  <dc:creator>Portfolio Analytics</dc:creator>
  <cp:lastModifiedBy>Portfolio Analytics</cp:lastModifiedBy>
  <cp:revision>1</cp:revision>
  <dcterms:created xsi:type="dcterms:W3CDTF">2026-05-23T04:12:01Z</dcterms:created>
  <dcterms:modified xsi:type="dcterms:W3CDTF">2026-05-23T04:12:01Z</dcterms:modified>
</cp:coreProperties>
</file>